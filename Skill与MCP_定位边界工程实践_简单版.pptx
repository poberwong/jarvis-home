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 与 MCP：定位、边界与工程实践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从 Anthropic 官方文档到社区实践</a:t>
            </a:r>
          </a:p>
          <a:p>
            <a:r>
              <a:t>美团酒店旅行技术部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我们到底在讨论什么？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Agent 工程进入可落地阶段，能力分层成为关键</a:t>
            </a:r>
          </a:p>
          <a:p>
            <a:pPr>
              <a:defRPr sz="2400"/>
            </a:pPr>
            <a:r>
              <a:t>核心问题：Skill 和 MCP 各自负责什么？</a:t>
            </a:r>
          </a:p>
          <a:p>
            <a:pPr>
              <a:defRPr sz="2400"/>
            </a:pPr>
            <a:r>
              <a:t>目标：澄清定位、划清边界、沉淀可执行实践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一句话定义（先给结论）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MCP：原子能力提供层（Tools / 资源 / 标准接口）</a:t>
            </a:r>
          </a:p>
          <a:p>
            <a:pPr>
              <a:defRPr sz="2400"/>
            </a:pPr>
            <a:r>
              <a:t>Skill：任务工作流与方法层（步骤、策略、最佳实践）</a:t>
            </a:r>
          </a:p>
          <a:p>
            <a:pPr>
              <a:defRPr sz="2400"/>
            </a:pPr>
            <a:r>
              <a:t>知识库：事实与数据层（领域信息、上下文材料）</a:t>
            </a:r>
          </a:p>
          <a:p>
            <a:pPr>
              <a:defRPr sz="2400"/>
            </a:pPr>
            <a:r>
              <a:t>口诀：MCP=能力积木；Skill=组装说明书；知识库=原材料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官方框架对照：厨房比喻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MCP 像专业厨房：灶台、刀具、原料接口（可调用能力）</a:t>
            </a:r>
          </a:p>
          <a:p>
            <a:pPr>
              <a:defRPr sz="2400"/>
            </a:pPr>
            <a:r>
              <a:t>Skill 像菜谱：按场景组织步骤与决策（如何做）</a:t>
            </a:r>
          </a:p>
          <a:p>
            <a:pPr>
              <a:defRPr sz="2400"/>
            </a:pPr>
            <a:r>
              <a:t>价值：把“会做事”拆成“能做什么 + 怎么组织”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Skill vs 知识库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Skill = 程序性知识（知道怎么做）</a:t>
            </a:r>
          </a:p>
          <a:p>
            <a:pPr lvl="1">
              <a:defRPr sz="2000"/>
            </a:pPr>
            <a:r>
              <a:t>决策流程、失败重试、工具编排</a:t>
            </a:r>
          </a:p>
          <a:p>
            <a:pPr>
              <a:defRPr sz="2400"/>
            </a:pPr>
            <a:r>
              <a:t>知识库 = 陈述性知识（知道是什么）</a:t>
            </a:r>
          </a:p>
          <a:p>
            <a:pPr lvl="1">
              <a:defRPr sz="2000"/>
            </a:pPr>
            <a:r>
              <a:t>业务规则、产品资料、历史事实</a:t>
            </a:r>
          </a:p>
          <a:p>
            <a:pPr>
              <a:defRPr sz="2400"/>
            </a:pPr>
            <a:r>
              <a:t>二者互补，不是替代关系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常见反模式：把能力硬塞进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现象：Skill 混入 fetch/CLI/环境安装碎片</a:t>
            </a:r>
          </a:p>
          <a:p>
            <a:pPr>
              <a:defRPr sz="2400"/>
            </a:pPr>
            <a:r>
              <a:t>问题1：职责混乱，知识层侵入能力实现层</a:t>
            </a:r>
          </a:p>
          <a:p>
            <a:pPr>
              <a:defRPr sz="2400"/>
            </a:pPr>
            <a:r>
              <a:t>问题2：难复用，同一能力被多 Skill 重复拷贝</a:t>
            </a:r>
          </a:p>
          <a:p>
            <a:pPr>
              <a:defRPr sz="2400"/>
            </a:pPr>
            <a:r>
              <a:t>问题3：难维护，工具升级要改 N 份脚本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为什么会影响执行效果？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工具调用语义不统一，Agent 难稳定选择</a:t>
            </a:r>
          </a:p>
          <a:p>
            <a:pPr>
              <a:defRPr sz="2400"/>
            </a:pPr>
            <a:r>
              <a:t>错误处理分散，失败恢复不可预测</a:t>
            </a:r>
          </a:p>
          <a:p>
            <a:pPr>
              <a:defRPr sz="2400"/>
            </a:pPr>
            <a:r>
              <a:t>上下文噪声增加，模型决策成本上升</a:t>
            </a:r>
          </a:p>
          <a:p>
            <a:pPr>
              <a:defRPr sz="2400"/>
            </a:pPr>
            <a:r>
              <a:t>结果：看似能跑通，线上波动大、迭代慢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推荐分层架构（可落地）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L1 能力层（MCP）：封装 search/fetch/browser/file/db/api</a:t>
            </a:r>
          </a:p>
          <a:p>
            <a:pPr>
              <a:defRPr sz="2400"/>
            </a:pPr>
            <a:r>
              <a:t>L2 编排层（Skill）：任务 SOP、决策条件、回退路径</a:t>
            </a:r>
          </a:p>
          <a:p>
            <a:pPr>
              <a:defRPr sz="2400"/>
            </a:pPr>
            <a:r>
              <a:t>L3 知识层（KB）：业务事实、策略文档、案例样本</a:t>
            </a:r>
          </a:p>
          <a:p>
            <a:pPr>
              <a:defRPr sz="2400"/>
            </a:pPr>
            <a:r>
              <a:t>目标：高复用 + 可观测 + 易维护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工程实践清单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先下沉能力再写 Skill：基础操作优先 MCP 化</a:t>
            </a:r>
          </a:p>
          <a:p>
            <a:pPr>
              <a:defRPr sz="2400"/>
            </a:pPr>
            <a:r>
              <a:t>Skill 不写重逻辑：保持指令化、轻脚本</a:t>
            </a:r>
          </a:p>
          <a:p>
            <a:pPr>
              <a:defRPr sz="2400"/>
            </a:pPr>
            <a:r>
              <a:t>统一 Tool Schema：输入输出、异常码标准化</a:t>
            </a:r>
          </a:p>
          <a:p>
            <a:pPr>
              <a:defRPr sz="2400"/>
            </a:pPr>
            <a:r>
              <a:t>观测先行：成功率、重试率、耗时</a:t>
            </a:r>
          </a:p>
          <a:p>
            <a:pPr>
              <a:defRPr sz="2400"/>
            </a:pPr>
            <a:r>
              <a:t>灰度迭代：单场景验证后再扩展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边界不是教条：目标导向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第一性原则：架构是手段，业务目标是目的</a:t>
            </a:r>
          </a:p>
          <a:p>
            <a:pPr>
              <a:defRPr sz="2400"/>
            </a:pPr>
            <a:r>
              <a:t>临时混层可以应急，但中长期要回归分层治理</a:t>
            </a:r>
          </a:p>
          <a:p>
            <a:pPr>
              <a:defRPr sz="2400"/>
            </a:pPr>
            <a:r>
              <a:t>判断标准：稳定性、复用率、维护成本是否改善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结论与行动项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结论：Skill=方法论，MCP=能力接口，KB=事实数据</a:t>
            </a:r>
          </a:p>
          <a:p>
            <a:pPr>
              <a:defRPr sz="2400"/>
            </a:pPr>
            <a:r>
              <a:t>下周动作1：盘点3个高频 Skill，识别硬编码能力点</a:t>
            </a:r>
          </a:p>
          <a:p>
            <a:pPr>
              <a:defRPr sz="2400"/>
            </a:pPr>
            <a:r>
              <a:t>下周动作2：抽取5个通用原子能力到 MCP</a:t>
            </a:r>
          </a:p>
          <a:p>
            <a:pPr>
              <a:defRPr sz="2400"/>
            </a:pPr>
            <a:r>
              <a:t>下周动作3：形成1页团队分层规范并落地评审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附：Q&amp;A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当前最痛的执行不稳定点在哪一层？</a:t>
            </a:r>
          </a:p>
          <a:p>
            <a:pPr>
              <a:defRPr sz="2400"/>
            </a:pPr>
            <a:r>
              <a:t>哪些能力最适合优先 MCP 化？</a:t>
            </a:r>
          </a:p>
          <a:p>
            <a:pPr>
              <a:defRPr sz="2400"/>
            </a:pPr>
            <a:r>
              <a:t>如何衡量分层改造是否成功？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